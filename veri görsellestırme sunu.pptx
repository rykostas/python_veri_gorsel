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387" y="-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97127-784B-48CA-BBCB-4FD40BF49B35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E461FB-408B-49D2-908E-3B61B89DA5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464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461FB-408B-49D2-908E-3B61B89DA5B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6888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DE27F2-2156-7DD6-6626-98BBEE04A309}"/>
              </a:ext>
            </a:extLst>
          </p:cNvPr>
          <p:cNvSpPr/>
          <p:nvPr/>
        </p:nvSpPr>
        <p:spPr>
          <a:xfrm>
            <a:off x="14470380" y="8557260"/>
            <a:ext cx="1752600" cy="533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3200" b="1" dirty="0"/>
              <a:t>1</a:t>
            </a:r>
            <a:endParaRPr lang="en-GB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45D062-A400-AE9C-E1F3-BA9A97D34C3C}"/>
              </a:ext>
            </a:extLst>
          </p:cNvPr>
          <p:cNvSpPr/>
          <p:nvPr/>
        </p:nvSpPr>
        <p:spPr>
          <a:xfrm>
            <a:off x="14470380" y="8557260"/>
            <a:ext cx="1752600" cy="533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3200" b="1" dirty="0"/>
              <a:t>2</a:t>
            </a:r>
            <a:endParaRPr lang="en-GB" sz="32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AF2CC53-A625-E894-1B2C-1E65EDE57665}"/>
              </a:ext>
            </a:extLst>
          </p:cNvPr>
          <p:cNvSpPr/>
          <p:nvPr/>
        </p:nvSpPr>
        <p:spPr>
          <a:xfrm>
            <a:off x="14470380" y="8557260"/>
            <a:ext cx="1752600" cy="533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3200" b="1" dirty="0"/>
              <a:t>3</a:t>
            </a:r>
            <a:endParaRPr lang="en-GB" sz="32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785FB91-6A6A-4482-51D7-4B011A58C752}"/>
              </a:ext>
            </a:extLst>
          </p:cNvPr>
          <p:cNvSpPr/>
          <p:nvPr/>
        </p:nvSpPr>
        <p:spPr>
          <a:xfrm>
            <a:off x="14470380" y="8557260"/>
            <a:ext cx="1752600" cy="533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3200" b="1" dirty="0"/>
              <a:t>4</a:t>
            </a:r>
            <a:endParaRPr lang="en-GB" sz="32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FAC07B-D402-DBBE-DEBB-DE3D1D0516C5}"/>
              </a:ext>
            </a:extLst>
          </p:cNvPr>
          <p:cNvSpPr/>
          <p:nvPr/>
        </p:nvSpPr>
        <p:spPr>
          <a:xfrm>
            <a:off x="14470380" y="8557260"/>
            <a:ext cx="1752600" cy="533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3200" b="1" dirty="0"/>
              <a:t>5</a:t>
            </a:r>
            <a:endParaRPr lang="en-GB" sz="32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5BFC6-EA89-7454-0766-239FD98500E5}"/>
              </a:ext>
            </a:extLst>
          </p:cNvPr>
          <p:cNvSpPr/>
          <p:nvPr/>
        </p:nvSpPr>
        <p:spPr>
          <a:xfrm>
            <a:off x="14470380" y="8557260"/>
            <a:ext cx="1752600" cy="533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3200" b="1" dirty="0"/>
              <a:t>6</a:t>
            </a:r>
            <a:endParaRPr lang="en-GB" sz="32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A8A8CD-28CD-E91B-1A2A-EEFA863B9E3D}"/>
              </a:ext>
            </a:extLst>
          </p:cNvPr>
          <p:cNvSpPr/>
          <p:nvPr/>
        </p:nvSpPr>
        <p:spPr>
          <a:xfrm>
            <a:off x="14470380" y="8557260"/>
            <a:ext cx="1752600" cy="533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3200" b="1" dirty="0"/>
              <a:t>7</a:t>
            </a:r>
            <a:endParaRPr lang="en-GB" sz="32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543125-C594-A64A-AAF6-08726FB75250}"/>
              </a:ext>
            </a:extLst>
          </p:cNvPr>
          <p:cNvSpPr/>
          <p:nvPr/>
        </p:nvSpPr>
        <p:spPr>
          <a:xfrm>
            <a:off x="14470380" y="8557260"/>
            <a:ext cx="1752600" cy="533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3200" b="1" dirty="0"/>
              <a:t>8</a:t>
            </a:r>
            <a:endParaRPr lang="en-GB" sz="32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00CB965-9448-27B3-A7DE-1074717AC712}"/>
              </a:ext>
            </a:extLst>
          </p:cNvPr>
          <p:cNvSpPr/>
          <p:nvPr/>
        </p:nvSpPr>
        <p:spPr>
          <a:xfrm>
            <a:off x="14470380" y="8557260"/>
            <a:ext cx="1752600" cy="533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3200" b="1" dirty="0"/>
              <a:t>9</a:t>
            </a:r>
            <a:endParaRPr lang="en-GB" sz="32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9439A17-01AA-0221-24ED-EF2BC188157A}"/>
              </a:ext>
            </a:extLst>
          </p:cNvPr>
          <p:cNvSpPr/>
          <p:nvPr/>
        </p:nvSpPr>
        <p:spPr>
          <a:xfrm>
            <a:off x="14470380" y="8557260"/>
            <a:ext cx="1752600" cy="533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3200" b="1" dirty="0"/>
              <a:t>10</a:t>
            </a:r>
            <a:endParaRPr lang="en-GB" sz="32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C761AF-4797-87E9-6998-C8BE4643C0CB}"/>
              </a:ext>
            </a:extLst>
          </p:cNvPr>
          <p:cNvSpPr/>
          <p:nvPr/>
        </p:nvSpPr>
        <p:spPr>
          <a:xfrm>
            <a:off x="14470380" y="8557260"/>
            <a:ext cx="1752600" cy="533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3200" b="1" dirty="0"/>
              <a:t>11</a:t>
            </a:r>
            <a:endParaRPr lang="en-GB" sz="32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57993D-CE2D-5FC2-4348-91BA1626206A}"/>
              </a:ext>
            </a:extLst>
          </p:cNvPr>
          <p:cNvSpPr/>
          <p:nvPr/>
        </p:nvSpPr>
        <p:spPr>
          <a:xfrm>
            <a:off x="14470380" y="8557260"/>
            <a:ext cx="1752600" cy="533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3200" b="1" dirty="0"/>
              <a:t>12</a:t>
            </a:r>
            <a:endParaRPr lang="en-GB" sz="32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938194B-4DE9-FB98-47D1-7A8D5BA8D5BE}"/>
              </a:ext>
            </a:extLst>
          </p:cNvPr>
          <p:cNvSpPr/>
          <p:nvPr/>
        </p:nvSpPr>
        <p:spPr>
          <a:xfrm>
            <a:off x="14470380" y="8557260"/>
            <a:ext cx="1752600" cy="533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sz="3200" b="1" dirty="0"/>
              <a:t>13</a:t>
            </a:r>
            <a:endParaRPr lang="en-GB" sz="32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14</Words>
  <Application>Microsoft Office PowerPoint</Application>
  <PresentationFormat>Custom</PresentationFormat>
  <Paragraphs>14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Kostas, Kahraman</cp:lastModifiedBy>
  <cp:revision>2</cp:revision>
  <dcterms:created xsi:type="dcterms:W3CDTF">2006-08-16T00:00:00Z</dcterms:created>
  <dcterms:modified xsi:type="dcterms:W3CDTF">2026-04-15T05:47:11Z</dcterms:modified>
</cp:coreProperties>
</file>